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5bd36ecfc14a0f" /><Relationship Type="http://schemas.openxmlformats.org/officeDocument/2006/relationships/extended-properties" Target="/docProps/app.xml" Id="R84e8f2799fc24677" /><Relationship Type="http://schemas.openxmlformats.org/officeDocument/2006/relationships/officeDocument" Target="/ppt/presentation.xml" Id="Rda19cb3499b74c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b5d414a80444a9"/>
  </p:sldMasterIdLst>
  <p:notesMasterIdLst>
    <p:notesMasterId xmlns:r="http://schemas.openxmlformats.org/officeDocument/2006/relationships" r:id="R210561933a994ffe"/>
  </p:notesMasterIdLst>
  <p:sldIdLst>
    <p:sldId xmlns:r="http://schemas.openxmlformats.org/officeDocument/2006/relationships" id="256" r:id="R73d5b320868f4910"/>
  </p:sldIdLst>
  <p:sldSz cx="13487400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c99ee611b45df" /><Relationship Type="http://schemas.openxmlformats.org/officeDocument/2006/relationships/slideMaster" Target="/ppt/slideMasters/slideMaster1.xml" Id="Rf8b5d414a80444a9" /><Relationship Type="http://schemas.openxmlformats.org/officeDocument/2006/relationships/notesMaster" Target="/ppt/notesMasters/notesMaster1.xml" Id="R210561933a994ffe" /><Relationship Type="http://schemas.openxmlformats.org/officeDocument/2006/relationships/presProps" Target="/ppt/presProps.xml" Id="R6825207315e94f11" /><Relationship Type="http://schemas.openxmlformats.org/officeDocument/2006/relationships/tableStyles" Target="/ppt/tableStyles.xml" Id="Rf0c3b0a4fb3d4d9e" /><Relationship Type="http://schemas.openxmlformats.org/officeDocument/2006/relationships/slide" Target="/ppt/slides/slide1.xml" Id="R73d5b320868f49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5156db14784c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3c95f88a354913" /><Relationship Type="http://schemas.openxmlformats.org/officeDocument/2006/relationships/notesMaster" Target="/ppt/notesMasters/notesMaster1.xml" Id="Rf4ec43eed01647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Все даты, события и последовательность предоставлены пользователем в текущем запросе.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4aa9570fc40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5ce909c7c54d10" /><Relationship Type="http://schemas.openxmlformats.org/officeDocument/2006/relationships/slideLayout" Target="/ppt/slideLayouts/slideLayout1.xml" Id="R44f40b24d94745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f40b24d94745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69f81b9bb4490" /><Relationship Type="http://schemas.openxmlformats.org/officeDocument/2006/relationships/notesSlide" Target="/ppt/notesSlides/notesSlide1.xml" Id="Rddae355a555c41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D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title">
            <a:extLst xmlns:a="http://schemas.openxmlformats.org/drawingml/2006/main">
              <a:ext uri="{FF2B5EF4-FFF2-40B4-BE49-F238E27FC236}">
                <a16:creationId xmlns:a16="http://schemas.microsoft.com/office/drawing/2014/main" id="{F43FBD5C-371D-4776-B3A5-33A2D9DD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2131"/>
                </a:solidFill>
              </a:defRPr>
            </a:pPr>
            <a:r>
              <a:rPr sz="3600" b="1">
                <a:solidFill>
                  <a:srgbClr val="112131"/>
                </a:solidFill>
              </a:rPr>
              <a:t>Путь от ШСМ к IWE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77E7F8-7781-402A-8FA7-EE74C5E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667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C6268"/>
                </a:solidFill>
              </a:defRPr>
            </a:pPr>
            <a:r>
              <a:rPr sz="1575">
                <a:solidFill>
                  <a:srgbClr val="5C6268"/>
                </a:solidFill>
              </a:rPr>
              <a:t>Ключевые события выстроены в одну временную линию: 2015–2026</a:t>
            </a:r>
          </a:p>
        </p:txBody>
      </p:sp>
      <p:sp>
        <p:nvSpPr>
          <p:cNvPr id="3" name="timeline-axis">
            <a:extLst xmlns:a="http://schemas.openxmlformats.org/drawingml/2006/main">
              <a:ext uri="{FF2B5EF4-FFF2-40B4-BE49-F238E27FC236}">
                <a16:creationId xmlns:a16="http://schemas.microsoft.com/office/drawing/2014/main" id="{C583F10B-55D4-4E73-A510-95C7221C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11363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69487"/>
            </a:solidFill>
            <a:prstDash val="solid"/>
          </a:ln>
        </p:spPr>
      </p:sp>
      <p:sp>
        <p:nvSpPr>
          <p:cNvPr id="4" name="timeline-arrow">
            <a:extLst xmlns:a="http://schemas.openxmlformats.org/drawingml/2006/main">
              <a:ext uri="{FF2B5EF4-FFF2-40B4-BE49-F238E27FC236}">
                <a16:creationId xmlns:a16="http://schemas.microsoft.com/office/drawing/2014/main" id="{CD57E045-F57F-40A3-8B45-BF817ACE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3648075"/>
            <a:ext cx="22860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69487"/>
          </a:solidFill>
          <a:ln xmlns:a="http://schemas.openxmlformats.org/drawingml/2006/main" w="0">
            <a:solidFill>
              <a:srgbClr val="769487"/>
            </a:solidFill>
            <a:prstDash val="solid"/>
          </a:ln>
        </p:spPr>
      </p:sp>
      <p:sp>
        <p:nvSpPr>
          <p:cNvPr id="5" name="connector-0">
            <a:extLst xmlns:a="http://schemas.openxmlformats.org/drawingml/2006/main">
              <a:ext uri="{FF2B5EF4-FFF2-40B4-BE49-F238E27FC236}">
                <a16:creationId xmlns:a16="http://schemas.microsoft.com/office/drawing/2014/main" id="{3D1594FF-BA39-4CC0-9862-37BCBD22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051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A89F"/>
            </a:solidFill>
            <a:prstDash val="solid"/>
          </a:ln>
        </p:spPr>
      </p:sp>
      <p:sp>
        <p:nvSpPr>
          <p:cNvPr id="6" name="event-card-0">
            <a:extLst xmlns:a="http://schemas.openxmlformats.org/drawingml/2006/main">
              <a:ext uri="{FF2B5EF4-FFF2-40B4-BE49-F238E27FC236}">
                <a16:creationId xmlns:a16="http://schemas.microsoft.com/office/drawing/2014/main" id="{3CF8D16A-E09D-4C61-9724-EEE58B38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266825"/>
            <a:ext cx="2190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1430">
            <a:solidFill>
              <a:srgbClr val="C9C7BC"/>
            </a:solidFill>
            <a:prstDash val="solid"/>
          </a:ln>
        </p:spPr>
      </p:sp>
      <p:sp>
        <p:nvSpPr>
          <p:cNvPr id="7" name="date-0">
            <a:extLst xmlns:a="http://schemas.openxmlformats.org/drawingml/2006/main">
              <a:ext uri="{FF2B5EF4-FFF2-40B4-BE49-F238E27FC236}">
                <a16:creationId xmlns:a16="http://schemas.microsoft.com/office/drawing/2014/main" id="{C9C67A3A-51D7-442B-AA33-1C49273B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3906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35E"/>
                </a:solidFill>
              </a:defRPr>
            </a:pPr>
            <a:r>
              <a:rPr sz="1425" b="1">
                <a:solidFill>
                  <a:srgbClr val="16735E"/>
                </a:solidFill>
              </a:rPr>
              <a:t>2015</a:t>
            </a:r>
          </a:p>
        </p:txBody>
      </p:sp>
      <p:sp>
        <p:nvSpPr>
          <p:cNvPr id="8" name="event-title-0">
            <a:extLst xmlns:a="http://schemas.openxmlformats.org/drawingml/2006/main">
              <a:ext uri="{FF2B5EF4-FFF2-40B4-BE49-F238E27FC236}">
                <a16:creationId xmlns:a16="http://schemas.microsoft.com/office/drawing/2014/main" id="{A0A023E1-339D-4786-8998-7643FB21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7811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1"/>
                </a:solidFill>
              </a:defRPr>
            </a:pPr>
            <a:r>
              <a:rPr sz="1575" b="1">
                <a:solidFill>
                  <a:srgbClr val="112131"/>
                </a:solidFill>
              </a:rPr>
              <a:t>Создание ШСМ</a:t>
            </a:r>
          </a:p>
        </p:txBody>
      </p:sp>
      <p:sp>
        <p:nvSpPr>
          <p:cNvPr id="9" name="event-body-0">
            <a:extLst xmlns:a="http://schemas.openxmlformats.org/drawingml/2006/main">
              <a:ext uri="{FF2B5EF4-FFF2-40B4-BE49-F238E27FC236}">
                <a16:creationId xmlns:a16="http://schemas.microsoft.com/office/drawing/2014/main" id="{C7F08F9D-FBCB-46E6-B2CE-59518055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2428875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268"/>
                </a:solidFill>
              </a:defRPr>
            </a:pPr>
            <a:r>
              <a:rPr sz="1200">
                <a:solidFill>
                  <a:srgbClr val="5C6268"/>
                </a:solidFill>
              </a:rPr>
              <a:t>Старт школы системного менеджмента</a:t>
            </a:r>
          </a:p>
        </p:txBody>
      </p:sp>
      <p:sp>
        <p:nvSpPr>
          <p:cNvPr id="10" name="node-0">
            <a:extLst xmlns:a="http://schemas.openxmlformats.org/drawingml/2006/main">
              <a:ext uri="{FF2B5EF4-FFF2-40B4-BE49-F238E27FC236}">
                <a16:creationId xmlns:a16="http://schemas.microsoft.com/office/drawing/2014/main" id="{CD2970AA-8970-49B0-A3DE-6F6D83AF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90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35E"/>
          </a:solidFill>
          <a:ln xmlns:a="http://schemas.openxmlformats.org/drawingml/2006/main" w="28575">
            <a:solidFill>
              <a:srgbClr val="F5EDDF"/>
            </a:solidFill>
            <a:prstDash val="solid"/>
          </a:ln>
        </p:spPr>
      </p:sp>
      <p:sp>
        <p:nvSpPr>
          <p:cNvPr id="11" name="node-number-0">
            <a:extLst xmlns:a="http://schemas.openxmlformats.org/drawingml/2006/main">
              <a:ext uri="{FF2B5EF4-FFF2-40B4-BE49-F238E27FC236}">
                <a16:creationId xmlns:a16="http://schemas.microsoft.com/office/drawing/2014/main" id="{B6AFC6DE-DA13-4E88-8669-742AC74D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connector-1">
            <a:extLst xmlns:a="http://schemas.openxmlformats.org/drawingml/2006/main">
              <a:ext uri="{FF2B5EF4-FFF2-40B4-BE49-F238E27FC236}">
                <a16:creationId xmlns:a16="http://schemas.microsoft.com/office/drawing/2014/main" id="{809F9E91-554A-4EF1-8C50-C6CAFCEC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52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A89F"/>
            </a:solidFill>
            <a:prstDash val="solid"/>
          </a:ln>
        </p:spPr>
      </p:sp>
      <p:sp>
        <p:nvSpPr>
          <p:cNvPr id="13" name="event-card-1">
            <a:extLst xmlns:a="http://schemas.openxmlformats.org/drawingml/2006/main">
              <a:ext uri="{FF2B5EF4-FFF2-40B4-BE49-F238E27FC236}">
                <a16:creationId xmlns:a16="http://schemas.microsoft.com/office/drawing/2014/main" id="{BAC6DC5A-1269-4A0C-8102-99CD3F1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1430">
            <a:solidFill>
              <a:srgbClr val="C9C7BC"/>
            </a:solidFill>
            <a:prstDash val="solid"/>
          </a:ln>
        </p:spPr>
      </p:sp>
      <p:sp>
        <p:nvSpPr>
          <p:cNvPr id="14" name="date-1">
            <a:extLst xmlns:a="http://schemas.openxmlformats.org/drawingml/2006/main">
              <a:ext uri="{FF2B5EF4-FFF2-40B4-BE49-F238E27FC236}">
                <a16:creationId xmlns:a16="http://schemas.microsoft.com/office/drawing/2014/main" id="{8794CFE7-F064-4B53-9B16-69138650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672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735E"/>
                </a:solidFill>
              </a:defRPr>
            </a:pPr>
            <a:r>
              <a:rPr sz="1275" b="1">
                <a:solidFill>
                  <a:srgbClr val="16735E"/>
                </a:solidFill>
              </a:rPr>
              <a:t>авг. 2020 — мар. 2021</a:t>
            </a:r>
          </a:p>
        </p:txBody>
      </p:sp>
      <p:sp>
        <p:nvSpPr>
          <p:cNvPr id="15" name="event-title-1">
            <a:extLst xmlns:a="http://schemas.openxmlformats.org/drawingml/2006/main">
              <a:ext uri="{FF2B5EF4-FFF2-40B4-BE49-F238E27FC236}">
                <a16:creationId xmlns:a16="http://schemas.microsoft.com/office/drawing/2014/main" id="{A123E30B-1079-4274-806A-EA5F4636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5772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1"/>
                </a:solidFill>
              </a:defRPr>
            </a:pPr>
            <a:r>
              <a:rPr sz="1575" b="1">
                <a:solidFill>
                  <a:srgbClr val="112131"/>
                </a:solidFill>
              </a:rPr>
              <a:t>Системное саморазвитие</a:t>
            </a:r>
          </a:p>
        </p:txBody>
      </p:sp>
      <p:sp>
        <p:nvSpPr>
          <p:cNvPr id="16" name="event-body-1">
            <a:extLst xmlns:a="http://schemas.openxmlformats.org/drawingml/2006/main">
              <a:ext uri="{FF2B5EF4-FFF2-40B4-BE49-F238E27FC236}">
                <a16:creationId xmlns:a16="http://schemas.microsoft.com/office/drawing/2014/main" id="{59D1674A-0C2D-4921-A33A-21463AE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05425"/>
            <a:ext cx="1962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268"/>
                </a:solidFill>
              </a:defRPr>
            </a:pPr>
            <a:r>
              <a:rPr sz="1200">
                <a:solidFill>
                  <a:srgbClr val="5C6268"/>
                </a:solidFill>
              </a:rPr>
              <a:t>Идея книги, работа над ней и выход</a:t>
            </a:r>
          </a:p>
        </p:txBody>
      </p:sp>
      <p:sp>
        <p:nvSpPr>
          <p:cNvPr id="17" name="node-1">
            <a:extLst xmlns:a="http://schemas.openxmlformats.org/drawingml/2006/main">
              <a:ext uri="{FF2B5EF4-FFF2-40B4-BE49-F238E27FC236}">
                <a16:creationId xmlns:a16="http://schemas.microsoft.com/office/drawing/2014/main" id="{88A57037-DCFD-4ACC-AC30-F72C5331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90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35E"/>
          </a:solidFill>
          <a:ln xmlns:a="http://schemas.openxmlformats.org/drawingml/2006/main" w="28575">
            <a:solidFill>
              <a:srgbClr val="F5EDDF"/>
            </a:solidFill>
            <a:prstDash val="solid"/>
          </a:ln>
        </p:spPr>
      </p:sp>
      <p:sp>
        <p:nvSpPr>
          <p:cNvPr id="18" name="node-number-1">
            <a:extLst xmlns:a="http://schemas.openxmlformats.org/drawingml/2006/main">
              <a:ext uri="{FF2B5EF4-FFF2-40B4-BE49-F238E27FC236}">
                <a16:creationId xmlns:a16="http://schemas.microsoft.com/office/drawing/2014/main" id="{66E38C11-FA0F-4082-A6F7-48EAC9A8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6671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connector-2">
            <a:extLst xmlns:a="http://schemas.openxmlformats.org/drawingml/2006/main">
              <a:ext uri="{FF2B5EF4-FFF2-40B4-BE49-F238E27FC236}">
                <a16:creationId xmlns:a16="http://schemas.microsoft.com/office/drawing/2014/main" id="{89F75A50-4FD1-43D3-AD94-2F7C757C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051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A89F"/>
            </a:solidFill>
            <a:prstDash val="solid"/>
          </a:ln>
        </p:spPr>
      </p:sp>
      <p:sp>
        <p:nvSpPr>
          <p:cNvPr id="20" name="event-card-2">
            <a:extLst xmlns:a="http://schemas.openxmlformats.org/drawingml/2006/main">
              <a:ext uri="{FF2B5EF4-FFF2-40B4-BE49-F238E27FC236}">
                <a16:creationId xmlns:a16="http://schemas.microsoft.com/office/drawing/2014/main" id="{64EEC4CA-A30E-4FC8-AEEE-D5F0E2A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66825"/>
            <a:ext cx="2190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1430">
            <a:solidFill>
              <a:srgbClr val="C9C7BC"/>
            </a:solidFill>
            <a:prstDash val="solid"/>
          </a:ln>
        </p:spPr>
      </p:sp>
      <p:sp>
        <p:nvSpPr>
          <p:cNvPr id="21" name="date-2">
            <a:extLst xmlns:a="http://schemas.openxmlformats.org/drawingml/2006/main">
              <a:ext uri="{FF2B5EF4-FFF2-40B4-BE49-F238E27FC236}">
                <a16:creationId xmlns:a16="http://schemas.microsoft.com/office/drawing/2014/main" id="{C210A814-7589-44A6-A4B2-1E677F93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906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35E"/>
                </a:solidFill>
              </a:defRPr>
            </a:pPr>
            <a:r>
              <a:rPr sz="1425" b="1">
                <a:solidFill>
                  <a:srgbClr val="16735E"/>
                </a:solidFill>
              </a:rPr>
              <a:t>осень 2022</a:t>
            </a:r>
          </a:p>
        </p:txBody>
      </p:sp>
      <p:sp>
        <p:nvSpPr>
          <p:cNvPr id="22" name="event-title-2">
            <a:extLst xmlns:a="http://schemas.openxmlformats.org/drawingml/2006/main">
              <a:ext uri="{FF2B5EF4-FFF2-40B4-BE49-F238E27FC236}">
                <a16:creationId xmlns:a16="http://schemas.microsoft.com/office/drawing/2014/main" id="{82374750-1425-43C9-9E36-C633AE2D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811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1"/>
                </a:solidFill>
              </a:defRPr>
            </a:pPr>
            <a:r>
              <a:rPr sz="1575" b="1">
                <a:solidFill>
                  <a:srgbClr val="112131"/>
                </a:solidFill>
              </a:rPr>
              <a:t>Практики саморазвития</a:t>
            </a:r>
          </a:p>
        </p:txBody>
      </p:sp>
      <p:sp>
        <p:nvSpPr>
          <p:cNvPr id="23" name="event-body-2">
            <a:extLst xmlns:a="http://schemas.openxmlformats.org/drawingml/2006/main">
              <a:ext uri="{FF2B5EF4-FFF2-40B4-BE49-F238E27FC236}">
                <a16:creationId xmlns:a16="http://schemas.microsoft.com/office/drawing/2014/main" id="{865697F6-7E7E-406F-ACDF-92A76B6B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28875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268"/>
                </a:solidFill>
              </a:defRPr>
            </a:pPr>
            <a:r>
              <a:rPr sz="1200">
                <a:solidFill>
                  <a:srgbClr val="5C6268"/>
                </a:solidFill>
              </a:rPr>
              <a:t>Выход следующей книги</a:t>
            </a:r>
          </a:p>
        </p:txBody>
      </p:sp>
      <p:sp>
        <p:nvSpPr>
          <p:cNvPr id="24" name="node-2">
            <a:extLst xmlns:a="http://schemas.openxmlformats.org/drawingml/2006/main">
              <a:ext uri="{FF2B5EF4-FFF2-40B4-BE49-F238E27FC236}">
                <a16:creationId xmlns:a16="http://schemas.microsoft.com/office/drawing/2014/main" id="{B70D10C7-2D4E-416C-827E-635E7C3A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590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35E"/>
          </a:solidFill>
          <a:ln xmlns:a="http://schemas.openxmlformats.org/drawingml/2006/main" w="28575">
            <a:solidFill>
              <a:srgbClr val="F5EDDF"/>
            </a:solidFill>
            <a:prstDash val="solid"/>
          </a:ln>
        </p:spPr>
      </p:sp>
      <p:sp>
        <p:nvSpPr>
          <p:cNvPr id="25" name="node-number-2">
            <a:extLst xmlns:a="http://schemas.openxmlformats.org/drawingml/2006/main">
              <a:ext uri="{FF2B5EF4-FFF2-40B4-BE49-F238E27FC236}">
                <a16:creationId xmlns:a16="http://schemas.microsoft.com/office/drawing/2014/main" id="{B5380068-5027-4F9F-89A6-36B710B7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671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connector-3">
            <a:extLst xmlns:a="http://schemas.openxmlformats.org/drawingml/2006/main">
              <a:ext uri="{FF2B5EF4-FFF2-40B4-BE49-F238E27FC236}">
                <a16:creationId xmlns:a16="http://schemas.microsoft.com/office/drawing/2014/main" id="{AD4A8376-5063-4B71-B072-6DF2CCE9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52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A89F"/>
            </a:solidFill>
            <a:prstDash val="solid"/>
          </a:ln>
        </p:spPr>
      </p:sp>
      <p:sp>
        <p:nvSpPr>
          <p:cNvPr id="27" name="event-card-3">
            <a:extLst xmlns:a="http://schemas.openxmlformats.org/drawingml/2006/main">
              <a:ext uri="{FF2B5EF4-FFF2-40B4-BE49-F238E27FC236}">
                <a16:creationId xmlns:a16="http://schemas.microsoft.com/office/drawing/2014/main" id="{4B1AE438-BAAB-4747-B7FB-1C9E234D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43375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1430">
            <a:solidFill>
              <a:srgbClr val="C9C7BC"/>
            </a:solidFill>
            <a:prstDash val="solid"/>
          </a:ln>
        </p:spPr>
      </p:sp>
      <p:sp>
        <p:nvSpPr>
          <p:cNvPr id="28" name="date-3">
            <a:extLst xmlns:a="http://schemas.openxmlformats.org/drawingml/2006/main">
              <a:ext uri="{FF2B5EF4-FFF2-40B4-BE49-F238E27FC236}">
                <a16:creationId xmlns:a16="http://schemas.microsoft.com/office/drawing/2014/main" id="{3E264F79-5A4F-4E42-9C1F-E75391B8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672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67C24"/>
                </a:solidFill>
              </a:defRPr>
            </a:pPr>
            <a:r>
              <a:rPr sz="1425" b="1">
                <a:solidFill>
                  <a:srgbClr val="C67C24"/>
                </a:solidFill>
              </a:rPr>
              <a:t>март 2025</a:t>
            </a:r>
          </a:p>
        </p:txBody>
      </p:sp>
      <p:sp>
        <p:nvSpPr>
          <p:cNvPr id="29" name="event-title-3">
            <a:extLst xmlns:a="http://schemas.openxmlformats.org/drawingml/2006/main">
              <a:ext uri="{FF2B5EF4-FFF2-40B4-BE49-F238E27FC236}">
                <a16:creationId xmlns:a16="http://schemas.microsoft.com/office/drawing/2014/main" id="{DDE14B64-A7D5-4C52-87DF-AD6F2AC9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5772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1"/>
                </a:solidFill>
              </a:defRPr>
            </a:pPr>
            <a:r>
              <a:rPr sz="1575" b="1">
                <a:solidFill>
                  <a:srgbClr val="112131"/>
                </a:solidFill>
              </a:rPr>
              <a:t>ШСМ → МИМ</a:t>
            </a:r>
          </a:p>
        </p:txBody>
      </p:sp>
      <p:sp>
        <p:nvSpPr>
          <p:cNvPr id="30" name="event-body-3">
            <a:extLst xmlns:a="http://schemas.openxmlformats.org/drawingml/2006/main">
              <a:ext uri="{FF2B5EF4-FFF2-40B4-BE49-F238E27FC236}">
                <a16:creationId xmlns:a16="http://schemas.microsoft.com/office/drawing/2014/main" id="{4E34BBAD-5CB0-4BA5-9D96-91CBB373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05425"/>
            <a:ext cx="1962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268"/>
                </a:solidFill>
              </a:defRPr>
            </a:pPr>
            <a:r>
              <a:rPr sz="1200">
                <a:solidFill>
                  <a:srgbClr val="5C6268"/>
                </a:solidFill>
              </a:rPr>
              <a:t>От классического образования — к изменению стиля жизни и формированию культуры</a:t>
            </a:r>
          </a:p>
        </p:txBody>
      </p:sp>
      <p:sp>
        <p:nvSpPr>
          <p:cNvPr id="31" name="node-3">
            <a:extLst xmlns:a="http://schemas.openxmlformats.org/drawingml/2006/main">
              <a:ext uri="{FF2B5EF4-FFF2-40B4-BE49-F238E27FC236}">
                <a16:creationId xmlns:a16="http://schemas.microsoft.com/office/drawing/2014/main" id="{A8F5AA4F-9EF4-4530-A265-CA133F80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90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7C24"/>
          </a:solidFill>
          <a:ln xmlns:a="http://schemas.openxmlformats.org/drawingml/2006/main" w="28575">
            <a:solidFill>
              <a:srgbClr val="F5EDDF"/>
            </a:solidFill>
            <a:prstDash val="solid"/>
          </a:ln>
        </p:spPr>
      </p:sp>
      <p:sp>
        <p:nvSpPr>
          <p:cNvPr id="32" name="node-number-3">
            <a:extLst xmlns:a="http://schemas.openxmlformats.org/drawingml/2006/main">
              <a:ext uri="{FF2B5EF4-FFF2-40B4-BE49-F238E27FC236}">
                <a16:creationId xmlns:a16="http://schemas.microsoft.com/office/drawing/2014/main" id="{2F66CCFB-AA08-4523-8E41-461E0390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671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connector-4">
            <a:extLst xmlns:a="http://schemas.openxmlformats.org/drawingml/2006/main">
              <a:ext uri="{FF2B5EF4-FFF2-40B4-BE49-F238E27FC236}">
                <a16:creationId xmlns:a16="http://schemas.microsoft.com/office/drawing/2014/main" id="{D9E8B318-5F69-490B-8543-49289856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051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A89F"/>
            </a:solidFill>
            <a:prstDash val="solid"/>
          </a:ln>
        </p:spPr>
      </p:sp>
      <p:sp>
        <p:nvSpPr>
          <p:cNvPr id="34" name="event-card-4">
            <a:extLst xmlns:a="http://schemas.openxmlformats.org/drawingml/2006/main">
              <a:ext uri="{FF2B5EF4-FFF2-40B4-BE49-F238E27FC236}">
                <a16:creationId xmlns:a16="http://schemas.microsoft.com/office/drawing/2014/main" id="{0EB7CED7-6B4A-41B2-8B83-4CE13FE1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66825"/>
            <a:ext cx="2190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1430">
            <a:solidFill>
              <a:srgbClr val="C9C7BC"/>
            </a:solidFill>
            <a:prstDash val="solid"/>
          </a:ln>
        </p:spPr>
      </p:sp>
      <p:sp>
        <p:nvSpPr>
          <p:cNvPr id="35" name="date-4">
            <a:extLst xmlns:a="http://schemas.openxmlformats.org/drawingml/2006/main">
              <a:ext uri="{FF2B5EF4-FFF2-40B4-BE49-F238E27FC236}">
                <a16:creationId xmlns:a16="http://schemas.microsoft.com/office/drawing/2014/main" id="{8938439E-87AF-4C8B-BD25-BF96486E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3906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5D3F"/>
                </a:solidFill>
              </a:defRPr>
            </a:pPr>
            <a:r>
              <a:rPr sz="1425" b="1">
                <a:solidFill>
                  <a:srgbClr val="B85D3F"/>
                </a:solidFill>
              </a:rPr>
              <a:t>август 2025</a:t>
            </a:r>
          </a:p>
        </p:txBody>
      </p:sp>
      <p:sp>
        <p:nvSpPr>
          <p:cNvPr id="36" name="event-title-4">
            <a:extLst xmlns:a="http://schemas.openxmlformats.org/drawingml/2006/main">
              <a:ext uri="{FF2B5EF4-FFF2-40B4-BE49-F238E27FC236}">
                <a16:creationId xmlns:a16="http://schemas.microsoft.com/office/drawing/2014/main" id="{29AA8B41-8691-4D8C-9C26-C352D09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7811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1"/>
                </a:solidFill>
              </a:defRPr>
            </a:pPr>
            <a:r>
              <a:rPr sz="1575" b="1">
                <a:solidFill>
                  <a:srgbClr val="112131"/>
                </a:solidFill>
              </a:rPr>
              <a:t>Первый Mac и Claude.ai</a:t>
            </a:r>
          </a:p>
        </p:txBody>
      </p:sp>
      <p:sp>
        <p:nvSpPr>
          <p:cNvPr id="37" name="event-body-4">
            <a:extLst xmlns:a="http://schemas.openxmlformats.org/drawingml/2006/main">
              <a:ext uri="{FF2B5EF4-FFF2-40B4-BE49-F238E27FC236}">
                <a16:creationId xmlns:a16="http://schemas.microsoft.com/office/drawing/2014/main" id="{D20FB6FA-4759-4068-804B-496D3D53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28875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268"/>
                </a:solidFill>
              </a:defRPr>
            </a:pPr>
            <a:r>
              <a:rPr sz="1200">
                <a:solidFill>
                  <a:srgbClr val="5C6268"/>
                </a:solidFill>
              </a:rPr>
              <a:t>ИИ становится личным рабочим инструментом</a:t>
            </a:r>
          </a:p>
        </p:txBody>
      </p:sp>
      <p:sp>
        <p:nvSpPr>
          <p:cNvPr id="38" name="node-4">
            <a:extLst xmlns:a="http://schemas.openxmlformats.org/drawingml/2006/main">
              <a:ext uri="{FF2B5EF4-FFF2-40B4-BE49-F238E27FC236}">
                <a16:creationId xmlns:a16="http://schemas.microsoft.com/office/drawing/2014/main" id="{380BD46A-8BCC-4E0A-81B2-63F54B8E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90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D3F"/>
          </a:solidFill>
          <a:ln xmlns:a="http://schemas.openxmlformats.org/drawingml/2006/main" w="28575">
            <a:solidFill>
              <a:srgbClr val="F5EDDF"/>
            </a:solidFill>
            <a:prstDash val="solid"/>
          </a:ln>
        </p:spPr>
      </p:sp>
      <p:sp>
        <p:nvSpPr>
          <p:cNvPr id="39" name="node-number-4">
            <a:extLst xmlns:a="http://schemas.openxmlformats.org/drawingml/2006/main">
              <a:ext uri="{FF2B5EF4-FFF2-40B4-BE49-F238E27FC236}">
                <a16:creationId xmlns:a16="http://schemas.microsoft.com/office/drawing/2014/main" id="{07BD2327-D89D-49A0-BF36-40C812F1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671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connector-5">
            <a:extLst xmlns:a="http://schemas.openxmlformats.org/drawingml/2006/main">
              <a:ext uri="{FF2B5EF4-FFF2-40B4-BE49-F238E27FC236}">
                <a16:creationId xmlns:a16="http://schemas.microsoft.com/office/drawing/2014/main" id="{C1774DE8-9CC2-4C68-ACC7-71DEB4D1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52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A89F"/>
            </a:solidFill>
            <a:prstDash val="solid"/>
          </a:ln>
        </p:spPr>
      </p:sp>
      <p:sp>
        <p:nvSpPr>
          <p:cNvPr id="41" name="event-card-5">
            <a:extLst xmlns:a="http://schemas.openxmlformats.org/drawingml/2006/main">
              <a:ext uri="{FF2B5EF4-FFF2-40B4-BE49-F238E27FC236}">
                <a16:creationId xmlns:a16="http://schemas.microsoft.com/office/drawing/2014/main" id="{2C31AD31-9D7B-4102-9A47-91963EBE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43375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1430">
            <a:solidFill>
              <a:srgbClr val="C9C7BC"/>
            </a:solidFill>
            <a:prstDash val="solid"/>
          </a:ln>
        </p:spPr>
      </p:sp>
      <p:sp>
        <p:nvSpPr>
          <p:cNvPr id="42" name="date-5">
            <a:extLst xmlns:a="http://schemas.openxmlformats.org/drawingml/2006/main">
              <a:ext uri="{FF2B5EF4-FFF2-40B4-BE49-F238E27FC236}">
                <a16:creationId xmlns:a16="http://schemas.microsoft.com/office/drawing/2014/main" id="{04B778BB-7FF3-4764-9C11-368705D0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5D3F"/>
                </a:solidFill>
              </a:defRPr>
            </a:pPr>
            <a:r>
              <a:rPr sz="1425" b="1">
                <a:solidFill>
                  <a:srgbClr val="B85D3F"/>
                </a:solidFill>
              </a:rPr>
              <a:t>декабрь 2025</a:t>
            </a:r>
          </a:p>
        </p:txBody>
      </p:sp>
      <p:sp>
        <p:nvSpPr>
          <p:cNvPr id="43" name="event-title-5">
            <a:extLst xmlns:a="http://schemas.openxmlformats.org/drawingml/2006/main">
              <a:ext uri="{FF2B5EF4-FFF2-40B4-BE49-F238E27FC236}">
                <a16:creationId xmlns:a16="http://schemas.microsoft.com/office/drawing/2014/main" id="{7C689AF4-2976-4186-BB8A-D3B3F476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5772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1"/>
                </a:solidFill>
              </a:defRPr>
            </a:pPr>
            <a:r>
              <a:rPr sz="1575" b="1">
                <a:solidFill>
                  <a:srgbClr val="112131"/>
                </a:solidFill>
              </a:rPr>
              <a:t>Первый бот</a:t>
            </a:r>
          </a:p>
        </p:txBody>
      </p:sp>
      <p:sp>
        <p:nvSpPr>
          <p:cNvPr id="44" name="event-body-5">
            <a:extLst xmlns:a="http://schemas.openxmlformats.org/drawingml/2006/main">
              <a:ext uri="{FF2B5EF4-FFF2-40B4-BE49-F238E27FC236}">
                <a16:creationId xmlns:a16="http://schemas.microsoft.com/office/drawing/2014/main" id="{AA04BE4F-E52E-49EF-9580-3200EADA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05425"/>
            <a:ext cx="1962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268"/>
                </a:solidFill>
              </a:defRPr>
            </a:pPr>
            <a:r>
              <a:rPr sz="1200">
                <a:solidFill>
                  <a:srgbClr val="5C6268"/>
                </a:solidFill>
              </a:rPr>
              <a:t>Вера в собственные ИТ-способности</a:t>
            </a:r>
          </a:p>
        </p:txBody>
      </p:sp>
      <p:sp>
        <p:nvSpPr>
          <p:cNvPr id="45" name="node-5">
            <a:extLst xmlns:a="http://schemas.openxmlformats.org/drawingml/2006/main">
              <a:ext uri="{FF2B5EF4-FFF2-40B4-BE49-F238E27FC236}">
                <a16:creationId xmlns:a16="http://schemas.microsoft.com/office/drawing/2014/main" id="{A7599F1E-4FFC-4CAF-8948-F1BD83B4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90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D3F"/>
          </a:solidFill>
          <a:ln xmlns:a="http://schemas.openxmlformats.org/drawingml/2006/main" w="28575">
            <a:solidFill>
              <a:srgbClr val="F5EDDF"/>
            </a:solidFill>
            <a:prstDash val="solid"/>
          </a:ln>
        </p:spPr>
      </p:sp>
      <p:sp>
        <p:nvSpPr>
          <p:cNvPr id="46" name="node-number-5">
            <a:extLst xmlns:a="http://schemas.openxmlformats.org/drawingml/2006/main">
              <a:ext uri="{FF2B5EF4-FFF2-40B4-BE49-F238E27FC236}">
                <a16:creationId xmlns:a16="http://schemas.microsoft.com/office/drawing/2014/main" id="{07CEB2DC-1BB6-4B06-AFB0-1B43D96F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671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connector-6">
            <a:extLst xmlns:a="http://schemas.openxmlformats.org/drawingml/2006/main">
              <a:ext uri="{FF2B5EF4-FFF2-40B4-BE49-F238E27FC236}">
                <a16:creationId xmlns:a16="http://schemas.microsoft.com/office/drawing/2014/main" id="{87F5245F-1190-4BBD-BD91-03227801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051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A89F"/>
            </a:solidFill>
            <a:prstDash val="solid"/>
          </a:ln>
        </p:spPr>
      </p:sp>
      <p:sp>
        <p:nvSpPr>
          <p:cNvPr id="48" name="event-card-6">
            <a:extLst xmlns:a="http://schemas.openxmlformats.org/drawingml/2006/main">
              <a:ext uri="{FF2B5EF4-FFF2-40B4-BE49-F238E27FC236}">
                <a16:creationId xmlns:a16="http://schemas.microsoft.com/office/drawing/2014/main" id="{8805E213-0796-4CA2-917D-5F55C0BD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266825"/>
            <a:ext cx="21907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1430">
            <a:solidFill>
              <a:srgbClr val="C9C7BC"/>
            </a:solidFill>
            <a:prstDash val="solid"/>
          </a:ln>
        </p:spPr>
      </p:sp>
      <p:sp>
        <p:nvSpPr>
          <p:cNvPr id="49" name="date-6">
            <a:extLst xmlns:a="http://schemas.openxmlformats.org/drawingml/2006/main">
              <a:ext uri="{FF2B5EF4-FFF2-40B4-BE49-F238E27FC236}">
                <a16:creationId xmlns:a16="http://schemas.microsoft.com/office/drawing/2014/main" id="{F98C9B38-AC23-4BF5-8568-F273CD85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3906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5746"/>
                </a:solidFill>
              </a:defRPr>
            </a:pPr>
            <a:r>
              <a:rPr sz="1425" b="1">
                <a:solidFill>
                  <a:srgbClr val="075746"/>
                </a:solidFill>
              </a:rPr>
              <a:t>январь 2026</a:t>
            </a:r>
          </a:p>
        </p:txBody>
      </p:sp>
      <p:sp>
        <p:nvSpPr>
          <p:cNvPr id="50" name="event-title-6">
            <a:extLst xmlns:a="http://schemas.openxmlformats.org/drawingml/2006/main">
              <a:ext uri="{FF2B5EF4-FFF2-40B4-BE49-F238E27FC236}">
                <a16:creationId xmlns:a16="http://schemas.microsoft.com/office/drawing/2014/main" id="{260439FF-8B5D-4A7C-8EB0-F1C8E1C6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7811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1"/>
                </a:solidFill>
              </a:defRPr>
            </a:pPr>
            <a:r>
              <a:rPr sz="1575" b="1">
                <a:solidFill>
                  <a:srgbClr val="112131"/>
                </a:solidFill>
              </a:rPr>
              <a:t>Старт IWE</a:t>
            </a:r>
          </a:p>
        </p:txBody>
      </p:sp>
      <p:sp>
        <p:nvSpPr>
          <p:cNvPr id="51" name="event-body-6">
            <a:extLst xmlns:a="http://schemas.openxmlformats.org/drawingml/2006/main">
              <a:ext uri="{FF2B5EF4-FFF2-40B4-BE49-F238E27FC236}">
                <a16:creationId xmlns:a16="http://schemas.microsoft.com/office/drawing/2014/main" id="{A8A5CB30-0D28-4D5F-B914-56B9E5F3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428875"/>
            <a:ext cx="1962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268"/>
                </a:solidFill>
              </a:defRPr>
            </a:pPr>
            <a:r>
              <a:rPr sz="1200">
                <a:solidFill>
                  <a:srgbClr val="5C6268"/>
                </a:solidFill>
              </a:rPr>
              <a:t>Личный помощник и среда для работы, жизни и саморазвития</a:t>
            </a:r>
          </a:p>
        </p:txBody>
      </p:sp>
      <p:sp>
        <p:nvSpPr>
          <p:cNvPr id="52" name="node-6">
            <a:extLst xmlns:a="http://schemas.openxmlformats.org/drawingml/2006/main">
              <a:ext uri="{FF2B5EF4-FFF2-40B4-BE49-F238E27FC236}">
                <a16:creationId xmlns:a16="http://schemas.microsoft.com/office/drawing/2014/main" id="{FA571EDB-F99B-4673-820C-91FA472C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90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746"/>
          </a:solidFill>
          <a:ln xmlns:a="http://schemas.openxmlformats.org/drawingml/2006/main" w="28575">
            <a:solidFill>
              <a:srgbClr val="F5EDDF"/>
            </a:solidFill>
            <a:prstDash val="solid"/>
          </a:ln>
        </p:spPr>
      </p:sp>
      <p:sp>
        <p:nvSpPr>
          <p:cNvPr id="53" name="node-number-6">
            <a:extLst xmlns:a="http://schemas.openxmlformats.org/drawingml/2006/main">
              <a:ext uri="{FF2B5EF4-FFF2-40B4-BE49-F238E27FC236}">
                <a16:creationId xmlns:a16="http://schemas.microsoft.com/office/drawing/2014/main" id="{C92AE5F9-18FB-41AC-9CE3-5250CB8F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671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connector-7">
            <a:extLst xmlns:a="http://schemas.openxmlformats.org/drawingml/2006/main">
              <a:ext uri="{FF2B5EF4-FFF2-40B4-BE49-F238E27FC236}">
                <a16:creationId xmlns:a16="http://schemas.microsoft.com/office/drawing/2014/main" id="{2E55BBEA-5C12-4085-8539-7685474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752850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BA89F"/>
            </a:solidFill>
            <a:prstDash val="solid"/>
          </a:ln>
        </p:spPr>
      </p:sp>
      <p:sp>
        <p:nvSpPr>
          <p:cNvPr id="55" name="event-card-7">
            <a:extLst xmlns:a="http://schemas.openxmlformats.org/drawingml/2006/main">
              <a:ext uri="{FF2B5EF4-FFF2-40B4-BE49-F238E27FC236}">
                <a16:creationId xmlns:a16="http://schemas.microsoft.com/office/drawing/2014/main" id="{CF0E2087-A0A0-4BD0-8CE0-F6541880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43375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1430">
            <a:solidFill>
              <a:srgbClr val="C9C7BC"/>
            </a:solidFill>
            <a:prstDash val="solid"/>
          </a:ln>
        </p:spPr>
      </p:sp>
      <p:sp>
        <p:nvSpPr>
          <p:cNvPr id="56" name="date-7">
            <a:extLst xmlns:a="http://schemas.openxmlformats.org/drawingml/2006/main">
              <a:ext uri="{FF2B5EF4-FFF2-40B4-BE49-F238E27FC236}">
                <a16:creationId xmlns:a16="http://schemas.microsoft.com/office/drawing/2014/main" id="{CB9783E0-0144-41DB-96FF-7EE9449B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2672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5746"/>
                </a:solidFill>
              </a:defRPr>
            </a:pPr>
            <a:r>
              <a:rPr sz="1425" b="1">
                <a:solidFill>
                  <a:srgbClr val="075746"/>
                </a:solidFill>
              </a:rPr>
              <a:t>авг. — сент. 2026</a:t>
            </a:r>
          </a:p>
        </p:txBody>
      </p:sp>
      <p:sp>
        <p:nvSpPr>
          <p:cNvPr id="57" name="event-title-7">
            <a:extLst xmlns:a="http://schemas.openxmlformats.org/drawingml/2006/main">
              <a:ext uri="{FF2B5EF4-FFF2-40B4-BE49-F238E27FC236}">
                <a16:creationId xmlns:a16="http://schemas.microsoft.com/office/drawing/2014/main" id="{5EA3C3A9-3A24-4AA4-B647-40059BC8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65772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1"/>
                </a:solidFill>
              </a:defRPr>
            </a:pPr>
            <a:r>
              <a:rPr sz="1575" b="1">
                <a:solidFill>
                  <a:srgbClr val="112131"/>
                </a:solidFill>
              </a:rPr>
              <a:t>MVP-продукт</a:t>
            </a:r>
          </a:p>
        </p:txBody>
      </p:sp>
      <p:sp>
        <p:nvSpPr>
          <p:cNvPr id="58" name="event-body-7">
            <a:extLst xmlns:a="http://schemas.openxmlformats.org/drawingml/2006/main">
              <a:ext uri="{FF2B5EF4-FFF2-40B4-BE49-F238E27FC236}">
                <a16:creationId xmlns:a16="http://schemas.microsoft.com/office/drawing/2014/main" id="{B7CCE161-FB58-4C09-88A4-C0B410B1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305425"/>
            <a:ext cx="1962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C6268"/>
                </a:solidFill>
              </a:defRPr>
            </a:pPr>
            <a:r>
              <a:rPr sz="1200">
                <a:solidFill>
                  <a:srgbClr val="5C6268"/>
                </a:solidFill>
              </a:rPr>
              <a:t>Одна сессия для работы и саморазвития. Персональные руководства и ИИ-личности</a:t>
            </a:r>
          </a:p>
        </p:txBody>
      </p:sp>
      <p:sp>
        <p:nvSpPr>
          <p:cNvPr id="59" name="node-7">
            <a:extLst xmlns:a="http://schemas.openxmlformats.org/drawingml/2006/main">
              <a:ext uri="{FF2B5EF4-FFF2-40B4-BE49-F238E27FC236}">
                <a16:creationId xmlns:a16="http://schemas.microsoft.com/office/drawing/2014/main" id="{40F977E6-1155-4FE3-97D1-B25CECAE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590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746"/>
          </a:solidFill>
          <a:ln xmlns:a="http://schemas.openxmlformats.org/drawingml/2006/main" w="28575">
            <a:solidFill>
              <a:srgbClr val="F5EDDF"/>
            </a:solidFill>
            <a:prstDash val="solid"/>
          </a:ln>
        </p:spPr>
      </p:sp>
      <p:sp>
        <p:nvSpPr>
          <p:cNvPr id="60" name="node-number-7">
            <a:extLst xmlns:a="http://schemas.openxmlformats.org/drawingml/2006/main">
              <a:ext uri="{FF2B5EF4-FFF2-40B4-BE49-F238E27FC236}">
                <a16:creationId xmlns:a16="http://schemas.microsoft.com/office/drawing/2014/main" id="{3E5D0DE0-E4E8-431E-A62F-D9631D62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36671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1" name="phase-1">
            <a:extLst xmlns:a="http://schemas.openxmlformats.org/drawingml/2006/main">
              <a:ext uri="{FF2B5EF4-FFF2-40B4-BE49-F238E27FC236}">
                <a16:creationId xmlns:a16="http://schemas.microsoft.com/office/drawing/2014/main" id="{408B6B55-FAB2-4CDF-9B8A-E5E431D7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0562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735E"/>
                </a:solidFill>
              </a:defRPr>
            </a:pPr>
            <a:r>
              <a:rPr sz="1200" b="1">
                <a:solidFill>
                  <a:srgbClr val="16735E"/>
                </a:solidFill>
              </a:rPr>
              <a:t>ШСМ и книги</a:t>
            </a:r>
          </a:p>
        </p:txBody>
      </p:sp>
      <p:sp>
        <p:nvSpPr>
          <p:cNvPr id="62" name="phase-2">
            <a:extLst xmlns:a="http://schemas.openxmlformats.org/drawingml/2006/main">
              <a:ext uri="{FF2B5EF4-FFF2-40B4-BE49-F238E27FC236}">
                <a16:creationId xmlns:a16="http://schemas.microsoft.com/office/drawing/2014/main" id="{2A3E1169-9E62-41D7-A21E-E5762FEC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9056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6536"/>
                </a:solidFill>
              </a:defRPr>
            </a:pPr>
            <a:r>
              <a:rPr sz="1200" b="1">
                <a:solidFill>
                  <a:srgbClr val="B76536"/>
                </a:solidFill>
              </a:rPr>
              <a:t>Поворот МИМ и освоение ИИ</a:t>
            </a:r>
          </a:p>
        </p:txBody>
      </p:sp>
      <p:sp>
        <p:nvSpPr>
          <p:cNvPr id="63" name="phase-3">
            <a:extLst xmlns:a="http://schemas.openxmlformats.org/drawingml/2006/main">
              <a:ext uri="{FF2B5EF4-FFF2-40B4-BE49-F238E27FC236}">
                <a16:creationId xmlns:a16="http://schemas.microsoft.com/office/drawing/2014/main" id="{3F6CAA12-65D7-4A91-B77D-39B43E95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905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746"/>
                </a:solidFill>
              </a:defRPr>
            </a:pPr>
            <a:r>
              <a:rPr sz="1200" b="1">
                <a:solidFill>
                  <a:srgbClr val="075746"/>
                </a:solidFill>
              </a:rPr>
              <a:t>IWE</a:t>
            </a:r>
          </a:p>
        </p:txBody>
      </p:sp>
    </p:spTree>
    <p:extLst>
      <p:ext uri="{BB962C8B-B14F-4D97-AF65-F5344CB8AC3E}">
        <p14:creationId xmlns:p14="http://schemas.microsoft.com/office/powerpoint/2010/main" val="1035638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2026-08-23T07:07:21.4980000Z</dcterms:created>
  <dcterms:modified xsi:type="dcterms:W3CDTF">2026-08-23T07:07:21.4980000Z</dcterms:modified>
</coreProperties>
</file>