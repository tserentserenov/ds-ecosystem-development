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a94719629bb24580" /><Relationship Type="http://schemas.openxmlformats.org/officeDocument/2006/relationships/extended-properties" Target="/docProps/app.xml" Id="R4858fc2457634985" /><Relationship Type="http://schemas.openxmlformats.org/officeDocument/2006/relationships/officeDocument" Target="/ppt/presentation.xml" Id="R0c7e3f7224a54166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4ce5e972fa00453d"/>
  </p:sldMasterIdLst>
  <p:notesMasterIdLst>
    <p:notesMasterId xmlns:r="http://schemas.openxmlformats.org/officeDocument/2006/relationships" r:id="R9de39bcd3cf54368"/>
  </p:notesMasterIdLst>
  <p:sldIdLst>
    <p:sldId xmlns:r="http://schemas.openxmlformats.org/officeDocument/2006/relationships" id="256" r:id="Rbf7962a4c9e24536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4290bcf1646c4f68" /><Relationship Type="http://schemas.openxmlformats.org/officeDocument/2006/relationships/slideMaster" Target="/ppt/slideMasters/slideMaster1.xml" Id="R4ce5e972fa00453d" /><Relationship Type="http://schemas.openxmlformats.org/officeDocument/2006/relationships/notesMaster" Target="/ppt/notesMasters/notesMaster1.xml" Id="R9de39bcd3cf54368" /><Relationship Type="http://schemas.openxmlformats.org/officeDocument/2006/relationships/presProps" Target="/ppt/presProps.xml" Id="Rf0ad30f59cc7400f" /><Relationship Type="http://schemas.openxmlformats.org/officeDocument/2006/relationships/tableStyles" Target="/ppt/tableStyles.xml" Id="Rf376076b4bfb48df" /><Relationship Type="http://schemas.openxmlformats.org/officeDocument/2006/relationships/slide" Target="/ppt/slides/slide1.xml" Id="Rbf7962a4c9e24536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678533c1fecd42fb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320ed6fb8f6543ab" /><Relationship Type="http://schemas.openxmlformats.org/officeDocument/2006/relationships/notesMaster" Target="/ppt/notesMasters/notesMaster1.xml" Id="Ra0d68775439e45a0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4d0e61f02e243f6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30bcb96a9dc64351" /><Relationship Type="http://schemas.openxmlformats.org/officeDocument/2006/relationships/slideLayout" Target="/ppt/slideLayouts/slideLayout1.xml" Id="Rf7ceb66a799c4be4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f7ceb66a799c4be4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76df2666f584613" /><Relationship Type="http://schemas.openxmlformats.org/officeDocument/2006/relationships/notesSlide" Target="/ppt/notesSlides/notesSlide1.xml" Id="R6f28469f00624272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6F3E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5" name="eyebrow">
            <a:extLst xmlns:a="http://schemas.openxmlformats.org/drawingml/2006/main">
              <a:ext uri="{FF2B5EF4-FFF2-40B4-BE49-F238E27FC236}">
                <a16:creationId xmlns:a16="http://schemas.microsoft.com/office/drawing/2014/main" id="{0FDDE291-45F4-4204-A3DA-66784F2EC4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23850"/>
            <a:ext cx="5334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677087"/>
                </a:solidFill>
              </a:defRPr>
            </a:pPr>
            <a:r>
              <a:rPr sz="1125" b="1">
                <a:solidFill>
                  <a:srgbClr val="677087"/>
                </a:solidFill>
              </a:rPr>
              <a:t>ДВА КОНТУРА ОСВОЕНИЯ ИИ</a:t>
            </a:r>
          </a:p>
        </p:txBody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E4561FA1-C84A-4D68-8189-96163BB410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47700"/>
            <a:ext cx="10668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172033"/>
                </a:solidFill>
              </a:defRPr>
            </a:pPr>
            <a:r>
              <a:rPr sz="3000" b="1">
                <a:solidFill>
                  <a:srgbClr val="172033"/>
                </a:solidFill>
              </a:rPr>
              <a:t>От использования инструмента — к созданию среды</a:t>
            </a:r>
          </a:p>
        </p:txBody>
      </p:sp>
      <p:sp>
        <p:nvSpPr>
          <p:cNvPr id="3" name="rule">
            <a:extLst xmlns:a="http://schemas.openxmlformats.org/drawingml/2006/main">
              <a:ext uri="{FF2B5EF4-FFF2-40B4-BE49-F238E27FC236}">
                <a16:creationId xmlns:a16="http://schemas.microsoft.com/office/drawing/2014/main" id="{FD1E3CCB-E2BC-4B25-830C-5B3337B3E3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285875"/>
            <a:ext cx="110109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4C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technology-field">
            <a:extLst xmlns:a="http://schemas.openxmlformats.org/drawingml/2006/main">
              <a:ext uri="{FF2B5EF4-FFF2-40B4-BE49-F238E27FC236}">
                <a16:creationId xmlns:a16="http://schemas.microsoft.com/office/drawing/2014/main" id="{40B400BD-7A5C-4FE1-BEE9-AAFFA01C13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581150"/>
            <a:ext cx="5219700" cy="4705350"/>
          </a:xfrm>
          <a:prstGeom xmlns:a="http://schemas.openxmlformats.org/drawingml/2006/main" prst="roundRect">
            <a:avLst>
              <a:gd name="adj" fmla="val 5263"/>
            </a:avLst>
          </a:prstGeom>
          <a:solidFill xmlns:a="http://schemas.openxmlformats.org/drawingml/2006/main">
            <a:srgbClr val="173C55"/>
          </a:solidFill>
          <a:ln xmlns:a="http://schemas.openxmlformats.org/drawingml/2006/main" w="9525">
            <a:solidFill>
              <a:srgbClr val="173C55"/>
            </a:solidFill>
            <a:prstDash val="solid"/>
          </a:ln>
        </p:spPr>
      </p:sp>
      <p:sp>
        <p:nvSpPr>
          <p:cNvPr id="5" name="mastery-field">
            <a:extLst xmlns:a="http://schemas.openxmlformats.org/drawingml/2006/main">
              <a:ext uri="{FF2B5EF4-FFF2-40B4-BE49-F238E27FC236}">
                <a16:creationId xmlns:a16="http://schemas.microsoft.com/office/drawing/2014/main" id="{1949E76A-B419-4BB0-BA9A-4F602A49E5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1581150"/>
            <a:ext cx="5600700" cy="4705350"/>
          </a:xfrm>
          <a:prstGeom xmlns:a="http://schemas.openxmlformats.org/drawingml/2006/main" prst="roundRect">
            <a:avLst>
              <a:gd name="adj" fmla="val 5263"/>
            </a:avLst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D9D4C8"/>
            </a:solidFill>
            <a:prstDash val="solid"/>
          </a:ln>
        </p:spPr>
      </p:sp>
      <p:sp>
        <p:nvSpPr>
          <p:cNvPr id="6" name="left-number">
            <a:extLst xmlns:a="http://schemas.openxmlformats.org/drawingml/2006/main">
              <a:ext uri="{FF2B5EF4-FFF2-40B4-BE49-F238E27FC236}">
                <a16:creationId xmlns:a16="http://schemas.microsoft.com/office/drawing/2014/main" id="{C4B7A496-1CF6-468E-88B7-0D143AB0CA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847850"/>
            <a:ext cx="3238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C46A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73C55"/>
                </a:solidFill>
              </a:defRPr>
            </a:pPr>
            <a:r>
              <a:rPr sz="1350" b="1">
                <a:solidFill>
                  <a:srgbClr val="173C55"/>
                </a:solidFill>
              </a:rPr>
              <a:t>1</a:t>
            </a:r>
          </a:p>
        </p:txBody>
      </p:sp>
      <p:sp>
        <p:nvSpPr>
          <p:cNvPr id="7" name="left-heading">
            <a:extLst xmlns:a="http://schemas.openxmlformats.org/drawingml/2006/main">
              <a:ext uri="{FF2B5EF4-FFF2-40B4-BE49-F238E27FC236}">
                <a16:creationId xmlns:a16="http://schemas.microsoft.com/office/drawing/2014/main" id="{47E04E30-2E19-42C1-B04C-AFDC6AEF1A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1762125"/>
            <a:ext cx="4000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93103"/>
          </a:bodyPr>
          <a:lstStyle xmlns:a="http://schemas.openxmlformats.org/drawingml/2006/main"/>
          <a:p xmlns:a="http://schemas.openxmlformats.org/drawingml/2006/main">
            <a:pPr>
              <a:defRPr sz="2175" b="1">
                <a:solidFill>
                  <a:srgbClr val="FFFFFF"/>
                </a:solidFill>
              </a:defRPr>
            </a:pPr>
            <a:r>
              <a:rPr sz="2175" b="1">
                <a:solidFill>
                  <a:srgbClr val="FFFFFF"/>
                </a:solidFill>
              </a:rPr>
              <a:t>Владение технологией</a:t>
            </a:r>
          </a:p>
        </p:txBody>
      </p:sp>
      <p:sp>
        <p:nvSpPr>
          <p:cNvPr id="8" name="left-subheading">
            <a:extLst xmlns:a="http://schemas.openxmlformats.org/drawingml/2006/main">
              <a:ext uri="{FF2B5EF4-FFF2-40B4-BE49-F238E27FC236}">
                <a16:creationId xmlns:a16="http://schemas.microsoft.com/office/drawing/2014/main" id="{7E999D38-75E9-46F1-8A36-BEF4A7C002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2133600"/>
            <a:ext cx="2571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90196"/>
          </a:bodyPr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AFC2CD"/>
                </a:solidFill>
              </a:defRPr>
            </a:pPr>
            <a:r>
              <a:rPr sz="1275" b="1">
                <a:solidFill>
                  <a:srgbClr val="AFC2CD"/>
                </a:solidFill>
              </a:rPr>
              <a:t>ИИ-средой</a:t>
            </a:r>
          </a:p>
        </p:txBody>
      </p:sp>
      <p:sp>
        <p:nvSpPr>
          <p:cNvPr id="9" name="technology-arrow">
            <a:extLst xmlns:a="http://schemas.openxmlformats.org/drawingml/2006/main">
              <a:ext uri="{FF2B5EF4-FFF2-40B4-BE49-F238E27FC236}">
                <a16:creationId xmlns:a16="http://schemas.microsoft.com/office/drawing/2014/main" id="{8F9E5B19-5B62-4470-AF29-647FE1EE74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52725" y="3590925"/>
            <a:ext cx="781050" cy="4191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EAC46A"/>
          </a:solidFill>
          <a:ln xmlns:a="http://schemas.openxmlformats.org/drawingml/2006/main" w="0">
            <a:solidFill>
              <a:srgbClr val="EAC46A"/>
            </a:solidFill>
            <a:prstDash val="solid"/>
          </a:ln>
        </p:spPr>
      </p:sp>
      <p:sp>
        <p:nvSpPr>
          <p:cNvPr id="10" name="chatbot-node">
            <a:extLst xmlns:a="http://schemas.openxmlformats.org/drawingml/2006/main">
              <a:ext uri="{FF2B5EF4-FFF2-40B4-BE49-F238E27FC236}">
                <a16:creationId xmlns:a16="http://schemas.microsoft.com/office/drawing/2014/main" id="{65CBDBC5-B3B3-4DA1-8A4C-8A274C363C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" y="2828925"/>
            <a:ext cx="2000250" cy="1952625"/>
          </a:xfrm>
          <a:prstGeom xmlns:a="http://schemas.openxmlformats.org/drawingml/2006/main" prst="roundRect">
            <a:avLst>
              <a:gd name="adj" fmla="val 1073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11" name="start-label">
            <a:extLst xmlns:a="http://schemas.openxmlformats.org/drawingml/2006/main">
              <a:ext uri="{FF2B5EF4-FFF2-40B4-BE49-F238E27FC236}">
                <a16:creationId xmlns:a16="http://schemas.microsoft.com/office/drawing/2014/main" id="{287A2FD3-C860-44E5-B2E7-C55753F40B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3048000"/>
            <a:ext cx="152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92308"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A4672A"/>
                </a:solidFill>
              </a:defRPr>
            </a:pPr>
            <a:r>
              <a:rPr sz="975" b="1">
                <a:solidFill>
                  <a:srgbClr val="A4672A"/>
                </a:solidFill>
              </a:rPr>
              <a:t>СТАРТ</a:t>
            </a:r>
          </a:p>
        </p:txBody>
      </p:sp>
      <p:sp>
        <p:nvSpPr>
          <p:cNvPr id="12" name="chatbot-title">
            <a:extLst xmlns:a="http://schemas.openxmlformats.org/drawingml/2006/main">
              <a:ext uri="{FF2B5EF4-FFF2-40B4-BE49-F238E27FC236}">
                <a16:creationId xmlns:a16="http://schemas.microsoft.com/office/drawing/2014/main" id="{8B0994EC-6064-455A-ABE1-03EBA8FFFF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" y="3352800"/>
            <a:ext cx="1619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96428"/>
          </a:bodyPr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172033"/>
                </a:solidFill>
              </a:defRPr>
            </a:pPr>
            <a:r>
              <a:rPr sz="2100" b="1">
                <a:solidFill>
                  <a:srgbClr val="172033"/>
                </a:solidFill>
              </a:rPr>
              <a:t>Чат-бот</a:t>
            </a:r>
          </a:p>
        </p:txBody>
      </p:sp>
      <p:sp>
        <p:nvSpPr>
          <p:cNvPr id="13" name="chatbot-caption">
            <a:extLst xmlns:a="http://schemas.openxmlformats.org/drawingml/2006/main">
              <a:ext uri="{FF2B5EF4-FFF2-40B4-BE49-F238E27FC236}">
                <a16:creationId xmlns:a16="http://schemas.microsoft.com/office/drawing/2014/main" id="{EF7F6431-7CAC-44D3-ABF6-2254250A31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876675"/>
            <a:ext cx="16002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>
                <a:solidFill>
                  <a:srgbClr val="677087"/>
                </a:solidFill>
              </a:defRPr>
            </a:pPr>
            <a:r>
              <a:rPr sz="1275">
                <a:solidFill>
                  <a:srgbClr val="677087"/>
                </a:solidFill>
              </a:rPr>
              <a:t>Telegram-бот</a:t>
            </a:r>
          </a:p>
          <a:p xmlns:a="http://schemas.openxmlformats.org/drawingml/2006/main">
            <a:pPr algn="ctr">
              <a:defRPr sz="1275">
                <a:solidFill>
                  <a:srgbClr val="677087"/>
                </a:solidFill>
              </a:defRPr>
            </a:pPr>
            <a:r>
              <a:rPr sz="1275">
                <a:solidFill>
                  <a:srgbClr val="677087"/>
                </a:solidFill>
              </a:rPr>
              <a:t>или claude.ai</a:t>
            </a:r>
          </a:p>
        </p:txBody>
      </p:sp>
      <p:sp>
        <p:nvSpPr>
          <p:cNvPr id="14" name="vscode-node">
            <a:extLst xmlns:a="http://schemas.openxmlformats.org/drawingml/2006/main">
              <a:ext uri="{FF2B5EF4-FFF2-40B4-BE49-F238E27FC236}">
                <a16:creationId xmlns:a16="http://schemas.microsoft.com/office/drawing/2014/main" id="{44DF77BE-89CB-47AE-A246-13F5FB1F27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2638425"/>
            <a:ext cx="2095500" cy="2333625"/>
          </a:xfrm>
          <a:prstGeom xmlns:a="http://schemas.openxmlformats.org/drawingml/2006/main" prst="roundRect">
            <a:avLst>
              <a:gd name="adj" fmla="val 10000"/>
            </a:avLst>
          </a:prstGeom>
          <a:solidFill xmlns:a="http://schemas.openxmlformats.org/drawingml/2006/main">
            <a:srgbClr val="EAC46A"/>
          </a:solidFill>
          <a:ln xmlns:a="http://schemas.openxmlformats.org/drawingml/2006/main" w="0">
            <a:solidFill>
              <a:srgbClr val="EAC46A"/>
            </a:solidFill>
            <a:prstDash val="solid"/>
          </a:ln>
        </p:spPr>
      </p:sp>
      <p:sp>
        <p:nvSpPr>
          <p:cNvPr id="15" name="next-label">
            <a:extLst xmlns:a="http://schemas.openxmlformats.org/drawingml/2006/main">
              <a:ext uri="{FF2B5EF4-FFF2-40B4-BE49-F238E27FC236}">
                <a16:creationId xmlns:a16="http://schemas.microsoft.com/office/drawing/2014/main" id="{0CE652BB-0BF4-4DB3-841E-D97D2F0137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0450" y="2876550"/>
            <a:ext cx="17526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6A4B17"/>
                </a:solidFill>
              </a:defRPr>
            </a:pPr>
            <a:r>
              <a:rPr sz="900" b="1">
                <a:solidFill>
                  <a:srgbClr val="6A4B17"/>
                </a:solidFill>
              </a:rPr>
              <a:t>СЛЕДУЮЩИЙ УРОВЕНЬ</a:t>
            </a:r>
          </a:p>
        </p:txBody>
      </p:sp>
      <p:sp>
        <p:nvSpPr>
          <p:cNvPr id="16" name="vscode-title">
            <a:extLst xmlns:a="http://schemas.openxmlformats.org/drawingml/2006/main">
              <a:ext uri="{FF2B5EF4-FFF2-40B4-BE49-F238E27FC236}">
                <a16:creationId xmlns:a16="http://schemas.microsoft.com/office/drawing/2014/main" id="{E8AE66CA-8351-4591-8975-7CF8E271F9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29025" y="3381375"/>
            <a:ext cx="16954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325" b="1">
                <a:solidFill>
                  <a:srgbClr val="172033"/>
                </a:solidFill>
              </a:defRPr>
            </a:pPr>
            <a:r>
              <a:rPr sz="2325" b="1">
                <a:solidFill>
                  <a:srgbClr val="172033"/>
                </a:solidFill>
              </a:rPr>
              <a:t>VS Code</a:t>
            </a:r>
          </a:p>
        </p:txBody>
      </p:sp>
      <p:sp>
        <p:nvSpPr>
          <p:cNvPr id="17" name="vscode-caption">
            <a:extLst xmlns:a="http://schemas.openxmlformats.org/drawingml/2006/main">
              <a:ext uri="{FF2B5EF4-FFF2-40B4-BE49-F238E27FC236}">
                <a16:creationId xmlns:a16="http://schemas.microsoft.com/office/drawing/2014/main" id="{401875E3-B6AA-4A7E-BE04-ACD5A79ED3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48075" y="4019550"/>
            <a:ext cx="16573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>
                <a:solidFill>
                  <a:srgbClr val="4E4637"/>
                </a:solidFill>
              </a:defRPr>
            </a:pPr>
            <a:r>
              <a:rPr sz="1275">
                <a:solidFill>
                  <a:srgbClr val="4E4637"/>
                </a:solidFill>
              </a:rPr>
              <a:t>Рабочая ИИ-среда</a:t>
            </a:r>
          </a:p>
          <a:p xmlns:a="http://schemas.openxmlformats.org/drawingml/2006/main">
            <a:pPr algn="ctr">
              <a:defRPr sz="1275">
                <a:solidFill>
                  <a:srgbClr val="4E4637"/>
                </a:solidFill>
              </a:defRPr>
            </a:pPr>
            <a:r>
              <a:rPr sz="1275">
                <a:solidFill>
                  <a:srgbClr val="4E4637"/>
                </a:solidFill>
              </a:rPr>
              <a:t>под свои задачи</a:t>
            </a:r>
          </a:p>
        </p:txBody>
      </p:sp>
      <p:sp>
        <p:nvSpPr>
          <p:cNvPr id="18" name="left-conclusion">
            <a:extLst xmlns:a="http://schemas.openxmlformats.org/drawingml/2006/main">
              <a:ext uri="{FF2B5EF4-FFF2-40B4-BE49-F238E27FC236}">
                <a16:creationId xmlns:a16="http://schemas.microsoft.com/office/drawing/2014/main" id="{1A436045-C825-4F59-A05C-7C73B7113B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5324475"/>
            <a:ext cx="44958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>
                <a:solidFill>
                  <a:srgbClr val="D8E2E7"/>
                </a:solidFill>
              </a:defRPr>
            </a:pPr>
            <a:r>
              <a:rPr sz="1350">
                <a:solidFill>
                  <a:srgbClr val="D8E2E7"/>
                </a:solidFill>
              </a:rPr>
              <a:t>Сначала пользуюсь готовым. Потом собираю рабочую среду.</a:t>
            </a:r>
          </a:p>
        </p:txBody>
      </p:sp>
      <p:sp>
        <p:nvSpPr>
          <p:cNvPr id="19" name="right-number">
            <a:extLst xmlns:a="http://schemas.openxmlformats.org/drawingml/2006/main">
              <a:ext uri="{FF2B5EF4-FFF2-40B4-BE49-F238E27FC236}">
                <a16:creationId xmlns:a16="http://schemas.microsoft.com/office/drawing/2014/main" id="{2EE9F76C-03F9-4BB0-A257-60D7794006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1847850"/>
            <a:ext cx="3238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684D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20" name="right-heading">
            <a:extLst xmlns:a="http://schemas.openxmlformats.org/drawingml/2006/main">
              <a:ext uri="{FF2B5EF4-FFF2-40B4-BE49-F238E27FC236}">
                <a16:creationId xmlns:a16="http://schemas.microsoft.com/office/drawing/2014/main" id="{A0D1A692-92AF-4132-BAF1-D3529E8B32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1762125"/>
            <a:ext cx="4000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93103"/>
          </a:bodyPr>
          <a:lstStyle xmlns:a="http://schemas.openxmlformats.org/drawingml/2006/main"/>
          <a:p xmlns:a="http://schemas.openxmlformats.org/drawingml/2006/main">
            <a:pPr>
              <a:defRPr sz="2175" b="1">
                <a:solidFill>
                  <a:srgbClr val="172033"/>
                </a:solidFill>
              </a:defRPr>
            </a:pPr>
            <a:r>
              <a:rPr sz="2175" b="1">
                <a:solidFill>
                  <a:srgbClr val="172033"/>
                </a:solidFill>
              </a:rPr>
              <a:t>Развитие навыков</a:t>
            </a:r>
          </a:p>
        </p:txBody>
      </p:sp>
      <p:sp>
        <p:nvSpPr>
          <p:cNvPr id="21" name="right-subheading">
            <a:extLst xmlns:a="http://schemas.openxmlformats.org/drawingml/2006/main">
              <a:ext uri="{FF2B5EF4-FFF2-40B4-BE49-F238E27FC236}">
                <a16:creationId xmlns:a16="http://schemas.microsoft.com/office/drawing/2014/main" id="{8CEE79B7-CDD0-455D-B8E7-0036A6B8A3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2133600"/>
            <a:ext cx="2095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90196"/>
          </a:bodyPr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8A6B5F"/>
                </a:solidFill>
              </a:defRPr>
            </a:pPr>
            <a:r>
              <a:rPr sz="1275" b="1">
                <a:solidFill>
                  <a:srgbClr val="8A6B5F"/>
                </a:solidFill>
              </a:rPr>
              <a:t>мастерства</a:t>
            </a:r>
          </a:p>
        </p:txBody>
      </p:sp>
      <p:sp>
        <p:nvSpPr>
          <p:cNvPr id="22" name="level-1">
            <a:extLst xmlns:a="http://schemas.openxmlformats.org/drawingml/2006/main">
              <a:ext uri="{FF2B5EF4-FFF2-40B4-BE49-F238E27FC236}">
                <a16:creationId xmlns:a16="http://schemas.microsoft.com/office/drawing/2014/main" id="{B0C3E96C-E34D-471E-989F-7B313EF1A5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2695575"/>
            <a:ext cx="4095750" cy="552450"/>
          </a:xfrm>
          <a:prstGeom xmlns:a="http://schemas.openxmlformats.org/drawingml/2006/main" prst="roundRect">
            <a:avLst>
              <a:gd name="adj" fmla="val 27586"/>
            </a:avLst>
          </a:prstGeom>
          <a:solidFill xmlns:a="http://schemas.openxmlformats.org/drawingml/2006/main">
            <a:srgbClr val="E8E2D7"/>
          </a:solidFill>
          <a:ln xmlns:a="http://schemas.openxmlformats.org/drawingml/2006/main" w="0">
            <a:solidFill>
              <a:srgbClr val="E8E2D7"/>
            </a:solidFill>
            <a:prstDash val="solid"/>
          </a:ln>
        </p:spPr>
      </p:sp>
      <p:sp>
        <p:nvSpPr>
          <p:cNvPr id="23" name="level-number-1">
            <a:extLst xmlns:a="http://schemas.openxmlformats.org/drawingml/2006/main">
              <a:ext uri="{FF2B5EF4-FFF2-40B4-BE49-F238E27FC236}">
                <a16:creationId xmlns:a16="http://schemas.microsoft.com/office/drawing/2014/main" id="{BAD069C9-9FDB-43F9-ADD1-50F22AEA34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2819400"/>
            <a:ext cx="4000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72033"/>
                </a:solidFill>
              </a:defRPr>
            </a:pPr>
            <a:r>
              <a:rPr sz="1200" b="1">
                <a:solidFill>
                  <a:srgbClr val="172033"/>
                </a:solidFill>
              </a:rPr>
              <a:t>01</a:t>
            </a:r>
          </a:p>
        </p:txBody>
      </p:sp>
      <p:sp>
        <p:nvSpPr>
          <p:cNvPr id="24" name="level-text-1">
            <a:extLst xmlns:a="http://schemas.openxmlformats.org/drawingml/2006/main">
              <a:ext uri="{FF2B5EF4-FFF2-40B4-BE49-F238E27FC236}">
                <a16:creationId xmlns:a16="http://schemas.microsoft.com/office/drawing/2014/main" id="{0712A98F-EE0D-4415-911D-B1DDF957FB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7550" y="2771775"/>
            <a:ext cx="32194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172033"/>
                </a:solidFill>
              </a:defRPr>
            </a:pPr>
            <a:r>
              <a:rPr sz="1650" b="1">
                <a:solidFill>
                  <a:srgbClr val="172033"/>
                </a:solidFill>
              </a:rPr>
              <a:t>Управление собой</a:t>
            </a:r>
          </a:p>
        </p:txBody>
      </p:sp>
      <p:sp>
        <p:nvSpPr>
          <p:cNvPr id="25" name="level-2">
            <a:extLst xmlns:a="http://schemas.openxmlformats.org/drawingml/2006/main">
              <a:ext uri="{FF2B5EF4-FFF2-40B4-BE49-F238E27FC236}">
                <a16:creationId xmlns:a16="http://schemas.microsoft.com/office/drawing/2014/main" id="{7D1CDC98-9478-478E-849C-F06F1779EF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3400425"/>
            <a:ext cx="4324350" cy="552450"/>
          </a:xfrm>
          <a:prstGeom xmlns:a="http://schemas.openxmlformats.org/drawingml/2006/main" prst="roundRect">
            <a:avLst>
              <a:gd name="adj" fmla="val 27586"/>
            </a:avLst>
          </a:prstGeom>
          <a:solidFill xmlns:a="http://schemas.openxmlformats.org/drawingml/2006/main">
            <a:srgbClr val="D8E5E1"/>
          </a:solidFill>
          <a:ln xmlns:a="http://schemas.openxmlformats.org/drawingml/2006/main" w="0">
            <a:solidFill>
              <a:srgbClr val="D8E5E1"/>
            </a:solidFill>
            <a:prstDash val="solid"/>
          </a:ln>
        </p:spPr>
      </p:sp>
      <p:sp>
        <p:nvSpPr>
          <p:cNvPr id="26" name="level-number-2">
            <a:extLst xmlns:a="http://schemas.openxmlformats.org/drawingml/2006/main">
              <a:ext uri="{FF2B5EF4-FFF2-40B4-BE49-F238E27FC236}">
                <a16:creationId xmlns:a16="http://schemas.microsoft.com/office/drawing/2014/main" id="{386DF0C2-9011-4014-9848-2A0968E3E7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3524250"/>
            <a:ext cx="4000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72033"/>
                </a:solidFill>
              </a:defRPr>
            </a:pPr>
            <a:r>
              <a:rPr sz="1200" b="1">
                <a:solidFill>
                  <a:srgbClr val="172033"/>
                </a:solidFill>
              </a:rPr>
              <a:t>02</a:t>
            </a:r>
          </a:p>
        </p:txBody>
      </p:sp>
      <p:sp>
        <p:nvSpPr>
          <p:cNvPr id="27" name="level-text-2">
            <a:extLst xmlns:a="http://schemas.openxmlformats.org/drawingml/2006/main">
              <a:ext uri="{FF2B5EF4-FFF2-40B4-BE49-F238E27FC236}">
                <a16:creationId xmlns:a16="http://schemas.microsoft.com/office/drawing/2014/main" id="{653A311E-4793-4A26-BBCB-43BE07E7C5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7550" y="3476625"/>
            <a:ext cx="34480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172033"/>
                </a:solidFill>
              </a:defRPr>
            </a:pPr>
            <a:r>
              <a:rPr sz="1650" b="1">
                <a:solidFill>
                  <a:srgbClr val="172033"/>
                </a:solidFill>
              </a:rPr>
              <a:t>Развитие себя</a:t>
            </a:r>
          </a:p>
        </p:txBody>
      </p:sp>
      <p:sp>
        <p:nvSpPr>
          <p:cNvPr id="28" name="level-3">
            <a:extLst xmlns:a="http://schemas.openxmlformats.org/drawingml/2006/main">
              <a:ext uri="{FF2B5EF4-FFF2-40B4-BE49-F238E27FC236}">
                <a16:creationId xmlns:a16="http://schemas.microsoft.com/office/drawing/2014/main" id="{BD1A8E36-76E3-4333-BF43-58211D2113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4105275"/>
            <a:ext cx="4552950" cy="552450"/>
          </a:xfrm>
          <a:prstGeom xmlns:a="http://schemas.openxmlformats.org/drawingml/2006/main" prst="roundRect">
            <a:avLst>
              <a:gd name="adj" fmla="val 27586"/>
            </a:avLst>
          </a:prstGeom>
          <a:solidFill xmlns:a="http://schemas.openxmlformats.org/drawingml/2006/main">
            <a:srgbClr val="EAC46A"/>
          </a:solidFill>
          <a:ln xmlns:a="http://schemas.openxmlformats.org/drawingml/2006/main" w="0">
            <a:solidFill>
              <a:srgbClr val="EAC46A"/>
            </a:solidFill>
            <a:prstDash val="solid"/>
          </a:ln>
        </p:spPr>
      </p:sp>
      <p:sp>
        <p:nvSpPr>
          <p:cNvPr id="29" name="level-number-3">
            <a:extLst xmlns:a="http://schemas.openxmlformats.org/drawingml/2006/main">
              <a:ext uri="{FF2B5EF4-FFF2-40B4-BE49-F238E27FC236}">
                <a16:creationId xmlns:a16="http://schemas.microsoft.com/office/drawing/2014/main" id="{81B1F016-9EEA-4FD9-AFEC-56BA76312F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4229100"/>
            <a:ext cx="4000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72033"/>
                </a:solidFill>
              </a:defRPr>
            </a:pPr>
            <a:r>
              <a:rPr sz="1200" b="1">
                <a:solidFill>
                  <a:srgbClr val="172033"/>
                </a:solidFill>
              </a:rPr>
              <a:t>03</a:t>
            </a:r>
          </a:p>
        </p:txBody>
      </p:sp>
      <p:sp>
        <p:nvSpPr>
          <p:cNvPr id="30" name="level-text-3">
            <a:extLst xmlns:a="http://schemas.openxmlformats.org/drawingml/2006/main">
              <a:ext uri="{FF2B5EF4-FFF2-40B4-BE49-F238E27FC236}">
                <a16:creationId xmlns:a16="http://schemas.microsoft.com/office/drawing/2014/main" id="{75F8A03B-43B9-4E6A-A08D-922753629D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7550" y="4181475"/>
            <a:ext cx="36766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172033"/>
                </a:solidFill>
              </a:defRPr>
            </a:pPr>
            <a:r>
              <a:rPr sz="1650" b="1">
                <a:solidFill>
                  <a:srgbClr val="172033"/>
                </a:solidFill>
              </a:rPr>
              <a:t>Владение технологией</a:t>
            </a:r>
          </a:p>
        </p:txBody>
      </p:sp>
      <p:sp>
        <p:nvSpPr>
          <p:cNvPr id="31" name="level-4">
            <a:extLst xmlns:a="http://schemas.openxmlformats.org/drawingml/2006/main">
              <a:ext uri="{FF2B5EF4-FFF2-40B4-BE49-F238E27FC236}">
                <a16:creationId xmlns:a16="http://schemas.microsoft.com/office/drawing/2014/main" id="{587593F1-869F-4A93-8B22-A77E64384E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4810125"/>
            <a:ext cx="4781550" cy="552450"/>
          </a:xfrm>
          <a:prstGeom xmlns:a="http://schemas.openxmlformats.org/drawingml/2006/main" prst="roundRect">
            <a:avLst>
              <a:gd name="adj" fmla="val 27586"/>
            </a:avLst>
          </a:prstGeom>
          <a:solidFill xmlns:a="http://schemas.openxmlformats.org/drawingml/2006/main">
            <a:srgbClr val="D9684D"/>
          </a:solidFill>
          <a:ln xmlns:a="http://schemas.openxmlformats.org/drawingml/2006/main" w="0">
            <a:solidFill>
              <a:srgbClr val="D9684D"/>
            </a:solidFill>
            <a:prstDash val="solid"/>
          </a:ln>
        </p:spPr>
      </p:sp>
      <p:sp>
        <p:nvSpPr>
          <p:cNvPr id="32" name="level-number-4">
            <a:extLst xmlns:a="http://schemas.openxmlformats.org/drawingml/2006/main">
              <a:ext uri="{FF2B5EF4-FFF2-40B4-BE49-F238E27FC236}">
                <a16:creationId xmlns:a16="http://schemas.microsoft.com/office/drawing/2014/main" id="{C818728A-1392-4A96-923A-4ED272C8AD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4933950"/>
            <a:ext cx="4000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</a:defRPr>
            </a:pPr>
            <a:r>
              <a:rPr sz="1200" b="1">
                <a:solidFill>
                  <a:srgbClr val="FFFFFF"/>
                </a:solidFill>
              </a:rPr>
              <a:t>04</a:t>
            </a:r>
          </a:p>
        </p:txBody>
      </p:sp>
      <p:sp>
        <p:nvSpPr>
          <p:cNvPr id="33" name="level-text-4">
            <a:extLst xmlns:a="http://schemas.openxmlformats.org/drawingml/2006/main">
              <a:ext uri="{FF2B5EF4-FFF2-40B4-BE49-F238E27FC236}">
                <a16:creationId xmlns:a16="http://schemas.microsoft.com/office/drawing/2014/main" id="{CCD53161-6CDB-40B7-8A79-A543EEE504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7550" y="4886325"/>
            <a:ext cx="3905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FFFFFF"/>
                </a:solidFill>
              </a:defRPr>
            </a:pPr>
            <a:r>
              <a:rPr sz="1650" b="1">
                <a:solidFill>
                  <a:srgbClr val="FFFFFF"/>
                </a:solidFill>
              </a:rPr>
              <a:t>Развитие технологии</a:t>
            </a:r>
          </a:p>
        </p:txBody>
      </p:sp>
      <p:sp>
        <p:nvSpPr>
          <p:cNvPr id="34" name="right-conclusion">
            <a:extLst xmlns:a="http://schemas.openxmlformats.org/drawingml/2006/main">
              <a:ext uri="{FF2B5EF4-FFF2-40B4-BE49-F238E27FC236}">
                <a16:creationId xmlns:a16="http://schemas.microsoft.com/office/drawing/2014/main" id="{E3937285-398F-4B91-B053-8663D19214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5629275"/>
            <a:ext cx="4762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350" b="1">
                <a:solidFill>
                  <a:srgbClr val="677087"/>
                </a:solidFill>
              </a:defRPr>
            </a:pPr>
            <a:r>
              <a:rPr sz="1350" b="1">
                <a:solidFill>
                  <a:srgbClr val="677087"/>
                </a:solidFill>
              </a:rPr>
              <a:t>Фокус расширяется: от себя → к технологии</a:t>
            </a:r>
          </a:p>
        </p:txBody>
      </p:sp>
    </p:spTree>
    <p:extLst>
      <p:ext uri="{BB962C8B-B14F-4D97-AF65-F5344CB8AC3E}">
        <p14:creationId xmlns:p14="http://schemas.microsoft.com/office/powerpoint/2010/main" val="1953397964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2026-08-23T06:00:17.1680000Z</dcterms:created>
  <dcterms:modified xsi:type="dcterms:W3CDTF">2026-08-23T06:00:17.1680000Z</dcterms:modified>
</coreProperties>
</file>